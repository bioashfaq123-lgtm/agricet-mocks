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3D2A"/>
          </a:solidFill>
          <a:ln w="12700">
            <a:solidFill>
              <a:srgbClr val="163D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97480" y="228600"/>
            <a:ext cx="50292" cy="4686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4114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AGRICET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" y="1188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MOCKS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🌱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920240" cy="36576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3035808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035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10 FREE QUESTIONS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7160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Registration Needed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4773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90593 36236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01168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Crack AGRICET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926080" y="987552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Your BSc (Hons) Agriculture Seat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944368" y="1664208"/>
            <a:ext cx="135331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44368" y="1664208"/>
            <a:ext cx="1353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175564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3,400+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944368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1664208"/>
            <a:ext cx="135331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664208"/>
            <a:ext cx="1353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75564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3484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25312" y="1664208"/>
            <a:ext cx="135331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25312" y="1664208"/>
            <a:ext cx="1353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175564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 Yrs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925312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PYQs 2023–25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15784" y="1664208"/>
            <a:ext cx="135331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15784" y="1664208"/>
            <a:ext cx="1353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175564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94%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15784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44368" y="2761488"/>
            <a:ext cx="5961888" cy="1143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081528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81528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trike="sngStrike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35808" y="31821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1B433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₹100 Only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6373368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Access
</a:t>
            </a:r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Subjects
</a:t>
            </a:r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44368" y="4023360"/>
            <a:ext cx="5961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solutions for every question  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Papers: 2023, 2024, 2025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4754880"/>
            <a:ext cx="6400800" cy="384048"/>
          </a:xfrm>
          <a:prstGeom prst="rect">
            <a:avLst/>
          </a:prstGeom>
          <a:solidFill>
            <a:srgbClr val="0D2318"/>
          </a:solidFill>
          <a:ln w="12700">
            <a:solidFill>
              <a:srgbClr val="0D23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754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agricet-mocks-8mry.vercel.app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AGRICET MOCKS Promotional Poster</dc:title>
  <dc:subject>PptxGenJS Presentation</dc:subject>
  <dc:creator>AGRICET MOCKS</dc:creator>
  <cp:lastModifiedBy>AGRICET MOCKS</cp:lastModifiedBy>
  <cp:revision>1</cp:revision>
  <dcterms:created xsi:type="dcterms:W3CDTF">2026-05-09T13:48:30Z</dcterms:created>
  <dcterms:modified xsi:type="dcterms:W3CDTF">2026-05-09T13:48:30Z</dcterms:modified>
</cp:coreProperties>
</file>